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Archivo Black" panose="020B0604020202020204" charset="0"/>
      <p:regular r:id="rId5"/>
    </p:embeddedFont>
    <p:embeddedFont>
      <p:font typeface="Canva Sans" panose="020B0604020202020204" charset="0"/>
      <p:regular r:id="rId6"/>
    </p:embeddedFont>
    <p:embeddedFont>
      <p:font typeface="Canva Sans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D92"/>
    <a:srgbClr val="49BAFF"/>
    <a:srgbClr val="115ABE"/>
    <a:srgbClr val="FFFFFF"/>
    <a:srgbClr val="277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022592" y="3086100"/>
            <a:ext cx="9777512" cy="3533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93"/>
              </a:lnSpc>
              <a:spcBef>
                <a:spcPct val="0"/>
              </a:spcBef>
            </a:pPr>
            <a:r>
              <a:rPr lang="en-US" sz="17900" dirty="0">
                <a:solidFill>
                  <a:srgbClr val="073D92"/>
                </a:solidFill>
                <a:latin typeface="Archivo Black"/>
                <a:ea typeface="Archivo Black"/>
                <a:cs typeface="Archivo Black"/>
                <a:sym typeface="Archivo Black"/>
              </a:rPr>
              <a:t>World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10400" y="9334500"/>
            <a:ext cx="4347766" cy="607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82"/>
              </a:lnSpc>
              <a:spcBef>
                <a:spcPct val="0"/>
              </a:spcBef>
            </a:pPr>
            <a:r>
              <a:rPr lang="en-US" sz="35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Mac &amp; Fay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ED52A55-B27F-638A-0650-6DD1C502B0DF}"/>
              </a:ext>
            </a:extLst>
          </p:cNvPr>
          <p:cNvSpPr txBox="1"/>
          <p:nvPr/>
        </p:nvSpPr>
        <p:spPr>
          <a:xfrm>
            <a:off x="7239000" y="1294646"/>
            <a:ext cx="9144000" cy="3337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93"/>
              </a:lnSpc>
              <a:spcBef>
                <a:spcPct val="0"/>
              </a:spcBef>
            </a:pPr>
            <a:r>
              <a:rPr lang="en-US" sz="10700" dirty="0">
                <a:solidFill>
                  <a:srgbClr val="115ABE"/>
                </a:solidFill>
                <a:latin typeface="Archivo Black"/>
                <a:ea typeface="Archivo Black"/>
                <a:cs typeface="Archivo Black"/>
                <a:sym typeface="Archivo Black"/>
              </a:rPr>
              <a:t>Microsoft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179C0D-3909-6964-D0DD-985243C877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303536"/>
            <a:ext cx="6208304" cy="4656228"/>
          </a:xfrm>
          <a:prstGeom prst="rect">
            <a:avLst/>
          </a:prstGeom>
        </p:spPr>
      </p:pic>
      <p:sp>
        <p:nvSpPr>
          <p:cNvPr id="18" name="Freeform 2">
            <a:extLst>
              <a:ext uri="{FF2B5EF4-FFF2-40B4-BE49-F238E27FC236}">
                <a16:creationId xmlns:a16="http://schemas.microsoft.com/office/drawing/2014/main" id="{B87DBB1C-8C27-5F7C-4886-F69A3B079515}"/>
              </a:ext>
            </a:extLst>
          </p:cNvPr>
          <p:cNvSpPr/>
          <p:nvPr/>
        </p:nvSpPr>
        <p:spPr>
          <a:xfrm>
            <a:off x="17216718" y="9238314"/>
            <a:ext cx="1066800" cy="1057337"/>
          </a:xfrm>
          <a:custGeom>
            <a:avLst/>
            <a:gdLst/>
            <a:ahLst/>
            <a:cxnLst/>
            <a:rect l="l" t="t" r="r" b="b"/>
            <a:pathLst>
              <a:path w="6667748" h="6667748">
                <a:moveTo>
                  <a:pt x="0" y="0"/>
                </a:moveTo>
                <a:lnTo>
                  <a:pt x="6667748" y="0"/>
                </a:lnTo>
                <a:lnTo>
                  <a:pt x="6667748" y="6667748"/>
                </a:lnTo>
                <a:lnTo>
                  <a:pt x="0" y="6667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6D4AAA-CA22-EED2-3904-607357EB47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599" y="2303536"/>
            <a:ext cx="6208305" cy="4656229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464E345B-06A8-4BCC-C29A-022E7AB9EA59}"/>
              </a:ext>
            </a:extLst>
          </p:cNvPr>
          <p:cNvSpPr txBox="1"/>
          <p:nvPr/>
        </p:nvSpPr>
        <p:spPr>
          <a:xfrm>
            <a:off x="16154400" y="9258300"/>
            <a:ext cx="1062318" cy="530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82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the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892D676-8A05-E68F-9F7B-ECC0BB846E7F}"/>
              </a:ext>
            </a:extLst>
          </p:cNvPr>
          <p:cNvSpPr txBox="1"/>
          <p:nvPr/>
        </p:nvSpPr>
        <p:spPr>
          <a:xfrm>
            <a:off x="16230600" y="9403159"/>
            <a:ext cx="990600" cy="530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82"/>
              </a:lnSpc>
              <a:spcBef>
                <a:spcPct val="0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Makers of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17709996" y="-119352"/>
            <a:ext cx="2477106" cy="10525704"/>
            <a:chOff x="0" y="0"/>
            <a:chExt cx="652406" cy="2772202"/>
          </a:xfrm>
          <a:solidFill>
            <a:srgbClr val="073D92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652406" cy="2772202"/>
            </a:xfrm>
            <a:custGeom>
              <a:avLst/>
              <a:gdLst/>
              <a:ahLst/>
              <a:cxnLst/>
              <a:rect l="l" t="t" r="r" b="b"/>
              <a:pathLst>
                <a:path w="652406" h="2772202">
                  <a:moveTo>
                    <a:pt x="0" y="0"/>
                  </a:moveTo>
                  <a:lnTo>
                    <a:pt x="652406" y="0"/>
                  </a:lnTo>
                  <a:lnTo>
                    <a:pt x="652406" y="2772202"/>
                  </a:lnTo>
                  <a:lnTo>
                    <a:pt x="0" y="277220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AU">
                <a:solidFill>
                  <a:srgbClr val="115ABE"/>
                </a:solidFill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652406" cy="283887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2"/>
                </a:lnSpc>
              </a:pPr>
              <a:endParaRPr>
                <a:solidFill>
                  <a:srgbClr val="115ABE"/>
                </a:solidFill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257694"/>
            <a:ext cx="1397566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Revolutionary real-world applications...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6989" y="1640649"/>
            <a:ext cx="4986143" cy="942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Solar System/</a:t>
            </a:r>
          </a:p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Planetary Modelling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1813" y="2114607"/>
            <a:ext cx="4258705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Molecule Visualizer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43244" y="5520480"/>
            <a:ext cx="4106100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3D Mind Mapping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66807" y="6138790"/>
            <a:ext cx="4778581" cy="464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Sport Tactics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4C4777-B751-B401-E75B-97C080651B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33" y="9188081"/>
            <a:ext cx="1130724" cy="848043"/>
          </a:xfrm>
          <a:prstGeom prst="rect">
            <a:avLst/>
          </a:prstGeom>
        </p:spPr>
      </p:pic>
      <p:pic>
        <p:nvPicPr>
          <p:cNvPr id="1030" name="Picture 6" descr="Molecule Visualizer">
            <a:extLst>
              <a:ext uri="{FF2B5EF4-FFF2-40B4-BE49-F238E27FC236}">
                <a16:creationId xmlns:a16="http://schemas.microsoft.com/office/drawing/2014/main" id="{076CF55C-2D5E-957B-39FD-4BD300CD7A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72" t="12399" r="22088" b="20252"/>
          <a:stretch>
            <a:fillRect/>
          </a:stretch>
        </p:blipFill>
        <p:spPr bwMode="auto">
          <a:xfrm>
            <a:off x="8892889" y="2687670"/>
            <a:ext cx="3863944" cy="398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ccer Field Positions 3d">
            <a:extLst>
              <a:ext uri="{FF2B5EF4-FFF2-40B4-BE49-F238E27FC236}">
                <a16:creationId xmlns:a16="http://schemas.microsoft.com/office/drawing/2014/main" id="{AE89755E-02A6-BB75-CA39-25B96A02CF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3"/>
          <a:stretch>
            <a:fillRect/>
          </a:stretch>
        </p:blipFill>
        <p:spPr bwMode="auto">
          <a:xfrm>
            <a:off x="4599347" y="6702698"/>
            <a:ext cx="4513500" cy="3095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3D model solar system all Planets with morpher rig">
            <a:extLst>
              <a:ext uri="{FF2B5EF4-FFF2-40B4-BE49-F238E27FC236}">
                <a16:creationId xmlns:a16="http://schemas.microsoft.com/office/drawing/2014/main" id="{1327539F-1893-90FE-F781-099760247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78" y="2681982"/>
            <a:ext cx="4606363" cy="307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tein Structure and Analysis - The Medical Biochemistry Page">
            <a:extLst>
              <a:ext uri="{FF2B5EF4-FFF2-40B4-BE49-F238E27FC236}">
                <a16:creationId xmlns:a16="http://schemas.microsoft.com/office/drawing/2014/main" id="{5D3203ED-2BF8-EB22-6FD0-22D75730B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2443" y="1189334"/>
            <a:ext cx="3127068" cy="387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4B0748-CB42-8187-2EDA-CF8C9AB0F9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1" y="9181263"/>
            <a:ext cx="1130724" cy="848043"/>
          </a:xfrm>
          <a:prstGeom prst="rect">
            <a:avLst/>
          </a:prstGeom>
        </p:spPr>
      </p:pic>
      <p:pic>
        <p:nvPicPr>
          <p:cNvPr id="1038" name="Picture 14" descr="3D Graph Visualization with WebGL and Neo4j">
            <a:extLst>
              <a:ext uri="{FF2B5EF4-FFF2-40B4-BE49-F238E27FC236}">
                <a16:creationId xmlns:a16="http://schemas.microsoft.com/office/drawing/2014/main" id="{C359C87A-3C84-FAE3-F232-C7194F769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8011" y="6052821"/>
            <a:ext cx="4576566" cy="3302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asketball Tactical Board – Design the best plays for your team and ...">
            <a:extLst>
              <a:ext uri="{FF2B5EF4-FFF2-40B4-BE49-F238E27FC236}">
                <a16:creationId xmlns:a16="http://schemas.microsoft.com/office/drawing/2014/main" id="{5A8D2B1F-1AB3-138B-E98A-E980EE262A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5" t="17323" r="1771" b="11280"/>
          <a:stretch>
            <a:fillRect/>
          </a:stretch>
        </p:blipFill>
        <p:spPr bwMode="auto">
          <a:xfrm>
            <a:off x="1676400" y="6781619"/>
            <a:ext cx="3385882" cy="15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25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Archivo Black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Mac Rogers</dc:creator>
  <cp:lastModifiedBy>Mac Rogers</cp:lastModifiedBy>
  <cp:revision>6</cp:revision>
  <dcterms:created xsi:type="dcterms:W3CDTF">2006-08-16T00:00:00Z</dcterms:created>
  <dcterms:modified xsi:type="dcterms:W3CDTF">2026-03-06T22:58:50Z</dcterms:modified>
  <dc:identifier>DAGyKp_sBb0</dc:identifier>
</cp:coreProperties>
</file>